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4630400" cy="8229600"/>
  <p:notesSz cx="8229600" cy="14630400"/>
  <p:embeddedFontLst>
    <p:embeddedFont>
      <p:font typeface="Calibri" panose="020F0502020204030204" pitchFamily="34" charset="0"/>
      <p:regular r:id="rId7"/>
      <p:bold r:id="rId8"/>
      <p:italic r:id="rId9"/>
      <p:boldItalic r:id="rId10"/>
    </p:embeddedFont>
    <p:embeddedFont>
      <p:font typeface="Montserrat" panose="00000500000000000000" pitchFamily="2" charset="-52"/>
      <p:regular r:id="rId11"/>
      <p:bold r:id="rId12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18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5531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1349097"/>
            <a:ext cx="76273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Мой Telegram Бот для Прогноза Погоды: Обзор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44709" y="3099435"/>
            <a:ext cx="762738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Этот бот предоставляет прогноз погоды на 3 дня и почасовой прогноз сегодняшнего дня.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6244709" y="4036576"/>
            <a:ext cx="762738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Он решает проблему быстрого доступа к актуальным погодным данным в Telegram.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244709" y="4973717"/>
            <a:ext cx="762738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Telegram удобен для получения информации в любое время и в любом месте.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244709" y="5910858"/>
            <a:ext cx="76273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Погода важна для планирования личного и рабочего дня.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6699528" y="6501289"/>
            <a:ext cx="1068943" cy="379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ru-RU" sz="2100" dirty="0"/>
              <a:t>Петренко Захар Ильич </a:t>
            </a:r>
          </a:p>
          <a:p>
            <a:pPr marL="0" indent="0" algn="l">
              <a:lnSpc>
                <a:spcPts val="2950"/>
              </a:lnSpc>
              <a:buNone/>
            </a:pPr>
            <a:r>
              <a:rPr lang="ru-RU" sz="2100" dirty="0"/>
              <a:t>Группа</a:t>
            </a:r>
            <a:r>
              <a:rPr lang="en-US" sz="2100" dirty="0"/>
              <a:t>:</a:t>
            </a:r>
            <a:r>
              <a:rPr lang="ru-RU" sz="2100" dirty="0"/>
              <a:t> </a:t>
            </a:r>
            <a:r>
              <a:rPr lang="en-US" sz="2100" dirty="0"/>
              <a:t>9</a:t>
            </a:r>
            <a:r>
              <a:rPr lang="ru-RU" sz="2100" dirty="0"/>
              <a:t>ИС_395к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2312908"/>
            <a:ext cx="10601325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Функциональность и Возможности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356711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Прогноз на 3 дня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58309" y="4139922"/>
            <a:ext cx="4018359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Максимальная и минимальная температура, осадки, направление и сила ветра по дням.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312926" y="3567113"/>
            <a:ext cx="289143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Почасовой прогноз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12926" y="4139922"/>
            <a:ext cx="4018359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Температура, влажность, давление, вероятность осадков по часам сегодня.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867543" y="356711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Выбор города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67543" y="4139922"/>
            <a:ext cx="4018359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Поддержка множества городов для точечной информации.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867543" y="5028248"/>
            <a:ext cx="4018359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Примеры запросов и ответы бота делают взаимодействие простым.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1773912"/>
            <a:ext cx="7556421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Техническая Реализация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58309" y="2811542"/>
            <a:ext cx="487442" cy="487442"/>
          </a:xfrm>
          <a:prstGeom prst="roundRect">
            <a:avLst>
              <a:gd name="adj" fmla="val 40004"/>
            </a:avLst>
          </a:prstGeom>
          <a:solidFill>
            <a:srgbClr val="EEEFF5"/>
          </a:solidFill>
          <a:ln/>
          <a:effectLst>
            <a:outerShdw blurRad="53340" dist="26670" dir="13500000" algn="bl" rotWithShape="0">
              <a:srgbClr val="FFFFFF">
                <a:alpha val="7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1462326" y="2885956"/>
            <a:ext cx="2974300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Используемый язык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462326" y="3728323"/>
            <a:ext cx="297430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Python — удобный и мощный для ботов и API интеграций.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4707374" y="2811542"/>
            <a:ext cx="487442" cy="487442"/>
          </a:xfrm>
          <a:prstGeom prst="roundRect">
            <a:avLst>
              <a:gd name="adj" fmla="val 40004"/>
            </a:avLst>
          </a:prstGeom>
          <a:solidFill>
            <a:srgbClr val="EEEFF5"/>
          </a:solidFill>
          <a:ln/>
          <a:effectLst>
            <a:outerShdw blurRad="53340" dist="26670" dir="13500000" algn="bl" rotWithShape="0">
              <a:srgbClr val="FFFFFF">
                <a:alpha val="7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411391" y="2885956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Библиотеки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411391" y="3372088"/>
            <a:ext cx="2974300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pyTelegramBotAPI для Telegram, requests для запросов к погодным сервисам.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758309" y="5201722"/>
            <a:ext cx="487442" cy="487442"/>
          </a:xfrm>
          <a:prstGeom prst="roundRect">
            <a:avLst>
              <a:gd name="adj" fmla="val 40004"/>
            </a:avLst>
          </a:prstGeom>
          <a:solidFill>
            <a:srgbClr val="EEEFF5"/>
          </a:solidFill>
          <a:ln/>
          <a:effectLst>
            <a:outerShdw blurRad="53340" dist="26670" dir="13500000" algn="bl" rotWithShape="0">
              <a:srgbClr val="FFFFFF">
                <a:alpha val="7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1462326" y="5276136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Архитектура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462326" y="5762268"/>
            <a:ext cx="6923365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Получение данных, обработка и отправка ответов пользователям.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79820" y="701635"/>
            <a:ext cx="7757160" cy="1303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Преимущества и Заключение</a:t>
            </a:r>
            <a:endParaRPr lang="en-US" sz="4100" dirty="0"/>
          </a:p>
        </p:txBody>
      </p:sp>
      <p:sp>
        <p:nvSpPr>
          <p:cNvPr id="4" name="Shape 1"/>
          <p:cNvSpPr/>
          <p:nvPr/>
        </p:nvSpPr>
        <p:spPr>
          <a:xfrm>
            <a:off x="6179820" y="2302073"/>
            <a:ext cx="7757160" cy="1157883"/>
          </a:xfrm>
          <a:prstGeom prst="roundRect">
            <a:avLst>
              <a:gd name="adj" fmla="val 15401"/>
            </a:avLst>
          </a:prstGeom>
          <a:solidFill>
            <a:srgbClr val="EEEFF5"/>
          </a:solidFill>
          <a:ln/>
          <a:effectLst>
            <a:outerShdw blurRad="49530" dist="24130" dir="13500000" algn="bl" rotWithShape="0">
              <a:srgbClr val="FFFFFF">
                <a:alpha val="7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377940" y="2500193"/>
            <a:ext cx="3448288" cy="325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Удобство использования</a:t>
            </a:r>
            <a:endParaRPr lang="en-US" sz="2050" dirty="0"/>
          </a:p>
        </p:txBody>
      </p:sp>
      <p:sp>
        <p:nvSpPr>
          <p:cNvPr id="6" name="Text 3"/>
          <p:cNvSpPr/>
          <p:nvPr/>
        </p:nvSpPr>
        <p:spPr>
          <a:xfrm>
            <a:off x="6377940" y="2944892"/>
            <a:ext cx="7360920" cy="316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Быстрый и простой доступ к прогнозам прямо в Telegram.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6179820" y="3658076"/>
            <a:ext cx="7757160" cy="1157883"/>
          </a:xfrm>
          <a:prstGeom prst="roundRect">
            <a:avLst>
              <a:gd name="adj" fmla="val 15401"/>
            </a:avLst>
          </a:prstGeom>
          <a:solidFill>
            <a:srgbClr val="EEEFF5"/>
          </a:solidFill>
          <a:ln/>
          <a:effectLst>
            <a:outerShdw blurRad="49530" dist="24130" dir="13500000" algn="bl" rotWithShape="0">
              <a:srgbClr val="FFFFFF">
                <a:alpha val="7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377940" y="3856196"/>
            <a:ext cx="2732127" cy="325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Точность прогнозов</a:t>
            </a:r>
            <a:endParaRPr lang="en-US" sz="2050" dirty="0"/>
          </a:p>
        </p:txBody>
      </p:sp>
      <p:sp>
        <p:nvSpPr>
          <p:cNvPr id="9" name="Text 6"/>
          <p:cNvSpPr/>
          <p:nvPr/>
        </p:nvSpPr>
        <p:spPr>
          <a:xfrm>
            <a:off x="6377940" y="4300895"/>
            <a:ext cx="7360920" cy="316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Надежные источники данных обеспечивают высокую точность.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6179820" y="5014079"/>
            <a:ext cx="7757160" cy="1157883"/>
          </a:xfrm>
          <a:prstGeom prst="roundRect">
            <a:avLst>
              <a:gd name="adj" fmla="val 15401"/>
            </a:avLst>
          </a:prstGeom>
          <a:solidFill>
            <a:srgbClr val="EEEFF5"/>
          </a:solidFill>
          <a:ln/>
          <a:effectLst>
            <a:outerShdw blurRad="49530" dist="24130" dir="13500000" algn="bl" rotWithShape="0">
              <a:srgbClr val="FFFFFF">
                <a:alpha val="7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377940" y="5212199"/>
            <a:ext cx="3206948" cy="325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Перспективы развития</a:t>
            </a:r>
            <a:endParaRPr lang="en-US" sz="2050" dirty="0"/>
          </a:p>
        </p:txBody>
      </p:sp>
      <p:sp>
        <p:nvSpPr>
          <p:cNvPr id="12" name="Text 9"/>
          <p:cNvSpPr/>
          <p:nvPr/>
        </p:nvSpPr>
        <p:spPr>
          <a:xfrm>
            <a:off x="6377940" y="5656898"/>
            <a:ext cx="7360920" cy="316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Расширение функции и поддержка новых городов.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6179820" y="6370082"/>
            <a:ext cx="7757160" cy="1157883"/>
          </a:xfrm>
          <a:prstGeom prst="roundRect">
            <a:avLst>
              <a:gd name="adj" fmla="val 15401"/>
            </a:avLst>
          </a:prstGeom>
          <a:solidFill>
            <a:srgbClr val="EEEFF5"/>
          </a:solidFill>
          <a:ln/>
          <a:effectLst>
            <a:outerShdw blurRad="49530" dist="24130" dir="13500000" algn="bl" rotWithShape="0">
              <a:srgbClr val="FFFFFF">
                <a:alpha val="7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377940" y="6568202"/>
            <a:ext cx="2715816" cy="325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Призыв к действию</a:t>
            </a:r>
            <a:endParaRPr lang="en-US" sz="2050" dirty="0"/>
          </a:p>
        </p:txBody>
      </p:sp>
      <p:sp>
        <p:nvSpPr>
          <p:cNvPr id="15" name="Text 12"/>
          <p:cNvSpPr/>
          <p:nvPr/>
        </p:nvSpPr>
        <p:spPr>
          <a:xfrm>
            <a:off x="6377940" y="7012900"/>
            <a:ext cx="7360920" cy="316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Попробуйте моего бота и убедитесь в удобстве!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203</Words>
  <Application>Microsoft Office PowerPoint</Application>
  <PresentationFormat>Произвольный</PresentationFormat>
  <Paragraphs>35</Paragraphs>
  <Slides>4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9" baseType="lpstr">
      <vt:lpstr>Arial</vt:lpstr>
      <vt:lpstr>Calibri</vt:lpstr>
      <vt:lpstr>Barlow Bold</vt:lpstr>
      <vt:lpstr>Montserrat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Лолов Лолович</cp:lastModifiedBy>
  <cp:revision>2</cp:revision>
  <dcterms:created xsi:type="dcterms:W3CDTF">2025-05-02T01:30:10Z</dcterms:created>
  <dcterms:modified xsi:type="dcterms:W3CDTF">2025-05-02T01:32:15Z</dcterms:modified>
</cp:coreProperties>
</file>